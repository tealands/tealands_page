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7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A7FC49-F2DC-1FAB-26B3-2D6AFB4F0F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70A4E53-8420-FD01-CD0F-6D9E212593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AE14E17-7934-ED80-2F64-9255A0E8E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86E2F-630F-4151-AA47-A798DC606A95}" type="datetimeFigureOut">
              <a:rPr kumimoji="1" lang="ja-JP" altLang="en-US" smtClean="0"/>
              <a:t>2026/1/25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F856679-5239-2D38-65CF-2BCB1C2A6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D2A4348-F166-C0E7-1E4D-E2AEE2E35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366DD-F910-467E-82CD-FBDDA85AEC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305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FD11EE-D728-4D6B-84F9-823BEA989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D5138E7-5CA0-0C6D-725B-69BEF66CA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881241-FA3E-2E52-A277-300D296D1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86E2F-630F-4151-AA47-A798DC606A95}" type="datetimeFigureOut">
              <a:rPr kumimoji="1" lang="ja-JP" altLang="en-US" smtClean="0"/>
              <a:t>2026/1/25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B8EF554-4723-6EB2-D7BB-6421D5C7B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9A12E0E-780E-C235-0170-D45DCE33D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366DD-F910-467E-82CD-FBDDA85AEC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2886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7D3F88-3379-62CD-C448-D00984E09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965D47-F3A1-8B30-3A69-A60BC777C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1F5F227-490A-28D1-8537-A2E635DBF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86E2F-630F-4151-AA47-A798DC606A95}" type="datetimeFigureOut">
              <a:rPr kumimoji="1" lang="ja-JP" altLang="en-US" smtClean="0"/>
              <a:t>2026/1/25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E1719FC-DEF8-97C5-325F-D07D072FC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239486F-D2A1-377C-B692-D4AB9FA2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366DD-F910-467E-82CD-FBDDA85AEC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2979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244EFE-87EA-6B5C-8201-1C9F70C8C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2A213FD-34F5-3E8F-83E6-4C9C1BD1DA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6FAF1E4-CF7E-1242-4EC2-5565555967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821719C-2E20-4C56-351C-81150A392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86E2F-630F-4151-AA47-A798DC606A95}" type="datetimeFigureOut">
              <a:rPr kumimoji="1" lang="ja-JP" altLang="en-US" smtClean="0"/>
              <a:t>2026/1/25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A13689C-16D7-4ADA-778D-0620DD1BF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AF115C1-4BCA-3B3E-18FF-3A7031483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366DD-F910-467E-82CD-FBDDA85AEC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1149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E05963-769B-A979-5B94-65697A25C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E6E722A-9850-30BA-3AA8-4A4973408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A9F5012-E439-169E-4FB4-EC0C95B005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6A4DC6F-24A7-9059-07E5-46405CADBB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C98B899-350F-3946-0107-5B9B234038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829C492-3B93-4DE8-FA04-1C7FA8878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86E2F-630F-4151-AA47-A798DC606A95}" type="datetimeFigureOut">
              <a:rPr kumimoji="1" lang="ja-JP" altLang="en-US" smtClean="0"/>
              <a:t>2026/1/25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0B12038-3459-4CF5-8CE9-0C1870ED0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F3053FD-391A-4DA6-0B02-093AD5BC2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366DD-F910-467E-82CD-FBDDA85AEC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3794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EF1B90-FC69-F184-4C10-1ACD282C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16A78C2-BE52-4075-B2BC-535D82FF2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86E2F-630F-4151-AA47-A798DC606A95}" type="datetimeFigureOut">
              <a:rPr kumimoji="1" lang="ja-JP" altLang="en-US" smtClean="0"/>
              <a:t>2026/1/25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65B79D3-318D-812D-3AD0-91F7DF6DC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4A939B4-4BAB-86CD-959E-CA219C656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366DD-F910-467E-82CD-FBDDA85AEC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4725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709A74E-2985-53D8-F170-193E14231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86E2F-630F-4151-AA47-A798DC606A95}" type="datetimeFigureOut">
              <a:rPr kumimoji="1" lang="ja-JP" altLang="en-US" smtClean="0"/>
              <a:t>2026/1/25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8928936-F50C-43B7-7B8F-96DED9FB0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061BA75-E5C9-3EA5-119C-16C8A430B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366DD-F910-467E-82CD-FBDDA85AEC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8000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DB996E-EEE2-DB40-5085-149BB7FEF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58FEE40-113A-C049-FCD1-6F3BED90F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BFB8CF6-0C36-CAD2-4180-B5D8C06093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4050C68-83A1-95A1-1B91-A6245E5F9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86E2F-630F-4151-AA47-A798DC606A95}" type="datetimeFigureOut">
              <a:rPr kumimoji="1" lang="ja-JP" altLang="en-US" smtClean="0"/>
              <a:t>2026/1/25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6ACF858-2A92-09C2-8001-235D9A279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D0143D5-F2E8-4BD7-18DF-08CA06434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366DD-F910-467E-82CD-FBDDA85AEC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9949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CDAF55-4AF9-9D06-9CEA-5E006DE06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F2EDC09-B0F8-37F4-DD03-0B968C0264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87AE175-101B-ED8C-4E53-95D606C69C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7C51935-B501-49E1-2087-97972176C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86E2F-630F-4151-AA47-A798DC606A95}" type="datetimeFigureOut">
              <a:rPr kumimoji="1" lang="ja-JP" altLang="en-US" smtClean="0"/>
              <a:t>2026/1/25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A6C400F-590E-CFF9-1EC3-54EF4BA46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392F660-1250-7A79-FB27-E50501377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366DD-F910-467E-82CD-FBDDA85AEC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4064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7F9AF1-2E00-C21A-3817-29A74A3DF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CD34DF9-9F0E-DE45-3062-1F0ACE00D3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9406513-B093-0E99-CFD2-E9C20E6C9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86E2F-630F-4151-AA47-A798DC606A95}" type="datetimeFigureOut">
              <a:rPr kumimoji="1" lang="ja-JP" altLang="en-US" smtClean="0"/>
              <a:t>2026/1/25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91DBB7C-0A4B-256C-D869-2895B535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843146B-0CEC-88A0-8DCA-7C7CE40F8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366DD-F910-467E-82CD-FBDDA85AEC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2855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C63F37F-C9B3-F954-9C6A-35D3E796DC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85C018D-1514-3585-83E1-05D6F195B2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A6883FF-823F-A991-0185-F64D654D3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86E2F-630F-4151-AA47-A798DC606A95}" type="datetimeFigureOut">
              <a:rPr kumimoji="1" lang="ja-JP" altLang="en-US" smtClean="0"/>
              <a:t>2026/1/25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DDFE822-5C41-04B4-1C06-6B98F3D29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C481552-567C-5410-FFCD-7BA00FA95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366DD-F910-467E-82CD-FBDDA85AEC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2304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D282226-EA74-14F5-B238-253DAC7FB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29052C1-D82B-2164-B7C5-4DDC54246F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E6BCBC5-5796-FEE6-465C-7E60C0EBD3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486E2F-630F-4151-AA47-A798DC606A95}" type="datetimeFigureOut">
              <a:rPr kumimoji="1" lang="ja-JP" altLang="en-US" smtClean="0"/>
              <a:t>2026/1/25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271BA1B-BEC1-02CE-07BF-C24BA54D88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3DF2371-4ED0-ECE9-8979-54F46B422B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0366DD-F910-467E-82CD-FBDDA85AEC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93682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34FD26D-CD67-5608-CD1D-C89C9C39E4E3}"/>
              </a:ext>
            </a:extLst>
          </p:cNvPr>
          <p:cNvSpPr txBox="1"/>
          <p:nvPr/>
        </p:nvSpPr>
        <p:spPr>
          <a:xfrm>
            <a:off x="116680" y="85725"/>
            <a:ext cx="22574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Index.html</a:t>
            </a:r>
            <a:endParaRPr kumimoji="1" lang="ja-JP" altLang="en-US" sz="28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8A1FFCC-F75A-B360-95D9-2B9F70D30652}"/>
              </a:ext>
            </a:extLst>
          </p:cNvPr>
          <p:cNvSpPr txBox="1"/>
          <p:nvPr/>
        </p:nvSpPr>
        <p:spPr>
          <a:xfrm>
            <a:off x="4908946" y="799445"/>
            <a:ext cx="27955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Animation.jsx</a:t>
            </a:r>
            <a:endParaRPr kumimoji="1" lang="ja-JP" altLang="en-US" sz="28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FF0D3D4-ED1C-8A83-55E2-D5F6CDB0B222}"/>
              </a:ext>
            </a:extLst>
          </p:cNvPr>
          <p:cNvSpPr txBox="1"/>
          <p:nvPr/>
        </p:nvSpPr>
        <p:spPr>
          <a:xfrm>
            <a:off x="2526505" y="123825"/>
            <a:ext cx="3948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ScreenManarger.jsx</a:t>
            </a:r>
            <a:endParaRPr kumimoji="1" lang="ja-JP" altLang="en-US" sz="28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A3370EC-E814-A9B9-B808-8E05415854EE}"/>
              </a:ext>
            </a:extLst>
          </p:cNvPr>
          <p:cNvSpPr/>
          <p:nvPr/>
        </p:nvSpPr>
        <p:spPr>
          <a:xfrm>
            <a:off x="2600323" y="142875"/>
            <a:ext cx="6886575" cy="659130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A3FF7C3-ACB6-AAC3-0BF5-3D9E895A67AF}"/>
              </a:ext>
            </a:extLst>
          </p:cNvPr>
          <p:cNvSpPr/>
          <p:nvPr/>
        </p:nvSpPr>
        <p:spPr>
          <a:xfrm>
            <a:off x="0" y="0"/>
            <a:ext cx="12192000" cy="6877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6E6511C-C693-F26B-F488-1329AB596453}"/>
              </a:ext>
            </a:extLst>
          </p:cNvPr>
          <p:cNvSpPr/>
          <p:nvPr/>
        </p:nvSpPr>
        <p:spPr>
          <a:xfrm>
            <a:off x="2752723" y="295275"/>
            <a:ext cx="6581777" cy="1371600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AEEA89E5-FB94-C201-00FA-E88914B3DFA7}"/>
              </a:ext>
            </a:extLst>
          </p:cNvPr>
          <p:cNvSpPr/>
          <p:nvPr/>
        </p:nvSpPr>
        <p:spPr>
          <a:xfrm>
            <a:off x="4756546" y="744066"/>
            <a:ext cx="2795590" cy="596678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B4EFF97D-E26B-556F-064B-5D8085C76EE9}"/>
              </a:ext>
            </a:extLst>
          </p:cNvPr>
          <p:cNvSpPr txBox="1"/>
          <p:nvPr/>
        </p:nvSpPr>
        <p:spPr>
          <a:xfrm>
            <a:off x="6672260" y="239241"/>
            <a:ext cx="27384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BackScreen.jsx</a:t>
            </a:r>
            <a:endParaRPr kumimoji="1" lang="ja-JP" altLang="en-US" sz="28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A4249AD2-215D-8558-3D3E-C499383E93D7}"/>
              </a:ext>
            </a:extLst>
          </p:cNvPr>
          <p:cNvSpPr/>
          <p:nvPr/>
        </p:nvSpPr>
        <p:spPr>
          <a:xfrm>
            <a:off x="2752721" y="1781175"/>
            <a:ext cx="6581777" cy="4837584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B7C979D4-CB85-A7A6-FCCB-A5851154C799}"/>
              </a:ext>
            </a:extLst>
          </p:cNvPr>
          <p:cNvSpPr txBox="1"/>
          <p:nvPr/>
        </p:nvSpPr>
        <p:spPr>
          <a:xfrm>
            <a:off x="7939082" y="1722909"/>
            <a:ext cx="1471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App.jsx</a:t>
            </a:r>
            <a:endParaRPr kumimoji="1" lang="ja-JP" altLang="en-US" sz="28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D02F3DCE-5CCD-E50B-8C17-A585FCE2D1C9}"/>
              </a:ext>
            </a:extLst>
          </p:cNvPr>
          <p:cNvSpPr/>
          <p:nvPr/>
        </p:nvSpPr>
        <p:spPr>
          <a:xfrm>
            <a:off x="2905121" y="1933575"/>
            <a:ext cx="4200529" cy="454342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4FC37A1E-A6A9-5970-BBFA-ACFFBD2AC877}"/>
              </a:ext>
            </a:extLst>
          </p:cNvPr>
          <p:cNvSpPr txBox="1"/>
          <p:nvPr/>
        </p:nvSpPr>
        <p:spPr>
          <a:xfrm>
            <a:off x="2905120" y="1933575"/>
            <a:ext cx="16478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 err="1">
                <a:solidFill>
                  <a:srgbClr val="7030A0"/>
                </a:solidFill>
              </a:rPr>
              <a:t>Hero.jsx</a:t>
            </a:r>
            <a:endParaRPr kumimoji="1" lang="ja-JP" altLang="en-US" sz="2800" dirty="0">
              <a:solidFill>
                <a:srgbClr val="7030A0"/>
              </a:solidFill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E9B446F4-18E1-AB60-1A79-6EB4769607EC}"/>
              </a:ext>
            </a:extLst>
          </p:cNvPr>
          <p:cNvSpPr/>
          <p:nvPr/>
        </p:nvSpPr>
        <p:spPr>
          <a:xfrm>
            <a:off x="7343775" y="2456795"/>
            <a:ext cx="1814516" cy="402020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E23DC0AC-0915-F479-D50B-CEED3A84F232}"/>
              </a:ext>
            </a:extLst>
          </p:cNvPr>
          <p:cNvSpPr txBox="1"/>
          <p:nvPr/>
        </p:nvSpPr>
        <p:spPr>
          <a:xfrm>
            <a:off x="7258048" y="2456795"/>
            <a:ext cx="19883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 err="1">
                <a:solidFill>
                  <a:srgbClr val="7030A0"/>
                </a:solidFill>
              </a:rPr>
              <a:t>Banner.jsx</a:t>
            </a:r>
            <a:endParaRPr kumimoji="1" lang="ja-JP" altLang="en-US" sz="2800" dirty="0">
              <a:solidFill>
                <a:srgbClr val="7030A0"/>
              </a:solidFill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10D86891-29A6-7F3B-4F39-3DFAA22EF33E}"/>
              </a:ext>
            </a:extLst>
          </p:cNvPr>
          <p:cNvSpPr/>
          <p:nvPr/>
        </p:nvSpPr>
        <p:spPr>
          <a:xfrm>
            <a:off x="3057522" y="2115666"/>
            <a:ext cx="3900492" cy="32850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61CF1090-14D7-B54C-63D8-93CC205ED70E}"/>
              </a:ext>
            </a:extLst>
          </p:cNvPr>
          <p:cNvSpPr/>
          <p:nvPr/>
        </p:nvSpPr>
        <p:spPr>
          <a:xfrm>
            <a:off x="3057522" y="5438433"/>
            <a:ext cx="3900492" cy="9777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E28A8F30-A195-AA88-C6E2-ECCF3162DC24}"/>
              </a:ext>
            </a:extLst>
          </p:cNvPr>
          <p:cNvSpPr txBox="1"/>
          <p:nvPr/>
        </p:nvSpPr>
        <p:spPr>
          <a:xfrm>
            <a:off x="5133975" y="2115666"/>
            <a:ext cx="19049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 err="1">
                <a:solidFill>
                  <a:srgbClr val="FF0000"/>
                </a:solidFill>
              </a:rPr>
              <a:t>Action.jsx</a:t>
            </a:r>
            <a:endParaRPr kumimoji="1" lang="ja-JP" altLang="en-US" sz="2800" dirty="0">
              <a:solidFill>
                <a:srgbClr val="FF0000"/>
              </a:solidFill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6B0B527D-F45B-5FC2-E5E8-62470A75A214}"/>
              </a:ext>
            </a:extLst>
          </p:cNvPr>
          <p:cNvSpPr txBox="1"/>
          <p:nvPr/>
        </p:nvSpPr>
        <p:spPr>
          <a:xfrm>
            <a:off x="3003949" y="5400675"/>
            <a:ext cx="26539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 err="1">
                <a:solidFill>
                  <a:srgbClr val="FF0000"/>
                </a:solidFill>
              </a:rPr>
              <a:t>SocialIcons.jsx</a:t>
            </a:r>
            <a:endParaRPr kumimoji="1" lang="ja-JP" alt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2397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27</Words>
  <Application>Microsoft Office PowerPoint</Application>
  <PresentationFormat>ワイド画面</PresentationFormat>
  <Paragraphs>9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catapult typeR</dc:creator>
  <cp:lastModifiedBy>catapult typeR</cp:lastModifiedBy>
  <cp:revision>1</cp:revision>
  <dcterms:created xsi:type="dcterms:W3CDTF">2026-01-24T15:04:11Z</dcterms:created>
  <dcterms:modified xsi:type="dcterms:W3CDTF">2026-01-24T16:12:57Z</dcterms:modified>
</cp:coreProperties>
</file>